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E8C1CB-E6A4-4651-9E2F-E9DA47D11E71}">
  <a:tblStyle styleId="{C0E8C1CB-E6A4-4651-9E2F-E9DA47D11E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708bb8e8f1fba688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708bb8e8f1fba688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708bb8e8f1fba688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708bb8e8f1fba688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08bb8e8f1fba68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08bb8e8f1fba68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708bb8e8f1fba688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708bb8e8f1fba688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708bb8e8f1fba68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708bb8e8f1fba68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708bb8e8f1fba68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708bb8e8f1fba68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708bb8e8f1fba688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708bb8e8f1fba68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708bb8e8f1fba688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708bb8e8f1fba688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708bb8e8f1fba688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708bb8e8f1fba688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708bb8e8f1fba688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708bb8e8f1fba688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Theia Protoype Mock-Up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EV</a:t>
            </a:r>
            <a:br>
              <a:rPr lang="en"/>
            </a:br>
            <a:r>
              <a:rPr lang="en"/>
              <a:t>Austin Aragon, Justus Jones, Young Kim, Zichuo Wang, James Zuniga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64100" y="3849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"THEIA is used by voice, touch, and vibration. The screen is a bonus, not a must."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user controls THEIA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5" y="1152475"/>
            <a:ext cx="575395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1, Voice Home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Tap anywhere to talk. Say "Yes" or double-tap to confirm. Short buzz when confirmed.</a:t>
            </a:r>
            <a:endParaRPr b="1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38" y="1152475"/>
            <a:ext cx="575392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Screen 2, Navigation (non elevator)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Double-tap = repeat. Two-finger double-tap = "Where am I?" Short buzz = turn now. Long buzz = arrived.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5" y="1152475"/>
            <a:ext cx="575394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Screen 2, Navigation (elevator)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3 buzzes when off route. Say "1" or "2", or tap the top half or bottom half of the screen.</a:t>
            </a:r>
            <a:endParaRPr b="1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37" y="1152475"/>
            <a:ext cx="575392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3, Off-route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32" y="1152475"/>
            <a:ext cx="575394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4, Help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Say "Help", or hold two fingers on the screen. Strong buzz when the help screen opens.</a:t>
            </a:r>
            <a:endParaRPr b="1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7" y="1152475"/>
            <a:ext cx="575394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5, Settings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7" y="1152475"/>
            <a:ext cx="575393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167825" y="444975"/>
            <a:ext cx="22674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commands (table)</a:t>
            </a:r>
            <a:endParaRPr/>
          </a:p>
        </p:txBody>
      </p:sp>
      <p:graphicFrame>
        <p:nvGraphicFramePr>
          <p:cNvPr id="111" name="Google Shape;111;p21"/>
          <p:cNvGraphicFramePr/>
          <p:nvPr/>
        </p:nvGraphicFramePr>
        <p:xfrm>
          <a:off x="1831700" y="51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{C0E8C1CB-E6A4-4651-9E2F-E9DA47D11E71}</a:tableStyleId>
              </a:tblPr>
              <a:tblGrid>
                <a:gridCol w="2988050"/>
                <a:gridCol w="2988050"/>
              </a:tblGrid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“User says ____”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Theia responds with this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"Take me to ___"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Starts a route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"Where am I?"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Tells building, floor, nearest room, which way you face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"Repeat"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Says the last instruction again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"This way is blocked"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Finds a detour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"Help"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Opens the Help screen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"Cancel"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Stops the current action or countdown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“Volume down/up, speed slower/faster”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Changes volume of voice and speed of speech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"Fast mode" / "Safe mode" / "Comfortable mode"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Changes route style to </a:t>
                      </a:r>
                      <a:r>
                        <a:rPr lang="en"/>
                        <a:t>pre planned</a:t>
                      </a:r>
                      <a:r>
                        <a:rPr lang="en"/>
                        <a:t> or programmed routes </a:t>
                      </a:r>
                      <a:r>
                        <a:rPr lang="en"/>
                        <a:t>based</a:t>
                      </a:r>
                      <a:r>
                        <a:rPr lang="en"/>
                        <a:t> on info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167825" y="444975"/>
            <a:ext cx="22674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Vibrations</a:t>
            </a:r>
            <a:endParaRPr/>
          </a:p>
        </p:txBody>
      </p:sp>
      <p:graphicFrame>
        <p:nvGraphicFramePr>
          <p:cNvPr id="117" name="Google Shape;117;p22"/>
          <p:cNvGraphicFramePr/>
          <p:nvPr/>
        </p:nvGraphicFramePr>
        <p:xfrm>
          <a:off x="1831700" y="51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{C0E8C1CB-E6A4-4651-9E2F-E9DA47D11E71}</a:tableStyleId>
              </a:tblPr>
              <a:tblGrid>
                <a:gridCol w="2988050"/>
                <a:gridCol w="2988050"/>
              </a:tblGrid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Gesture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Tap anywhere (Voice Home)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Start talking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Double-tap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Yes/repeat instruction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Two-finger tap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“Where am I”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Two-finger hold(2 secs)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Help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" name="Google Shape;118;p22"/>
          <p:cNvGraphicFramePr/>
          <p:nvPr/>
        </p:nvGraphicFramePr>
        <p:xfrm>
          <a:off x="1831700" y="300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{C0E8C1CB-E6A4-4651-9E2F-E9DA47D11E71}</a:tableStyleId>
              </a:tblPr>
              <a:tblGrid>
                <a:gridCol w="2988050"/>
                <a:gridCol w="2988050"/>
              </a:tblGrid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Vibration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short buzz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Turn now / confirmation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long buzz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have arrived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 buzzes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Off route warning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Strong continuous buzz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Help screen or fall check opened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4-Help (fall check)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338" y="1017725"/>
            <a:ext cx="64353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