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84" r:id="rId2"/>
    <p:sldId id="280" r:id="rId3"/>
    <p:sldId id="286" r:id="rId4"/>
    <p:sldId id="287" r:id="rId5"/>
    <p:sldId id="288" r:id="rId6"/>
    <p:sldId id="285" r:id="rId7"/>
    <p:sldId id="283" r:id="rId8"/>
    <p:sldId id="282"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4302" autoAdjust="0"/>
  </p:normalViewPr>
  <p:slideViewPr>
    <p:cSldViewPr snapToGrid="0">
      <p:cViewPr varScale="1">
        <p:scale>
          <a:sx n="62" d="100"/>
          <a:sy n="62" d="100"/>
        </p:scale>
        <p:origin x="764" y="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eng, Bolong" userId="5fb33691-3244-4faf-b53b-93284bd7c54c" providerId="ADAL" clId="{9D2A3691-D562-48E3-B4A9-FA56BAB969CF}"/>
    <pc:docChg chg="custSel addSld modSld">
      <pc:chgData name="Zeng, Bolong" userId="5fb33691-3244-4faf-b53b-93284bd7c54c" providerId="ADAL" clId="{9D2A3691-D562-48E3-B4A9-FA56BAB969CF}" dt="2026-08-17T23:25:25.424" v="954" actId="20577"/>
      <pc:docMkLst>
        <pc:docMk/>
      </pc:docMkLst>
      <pc:sldChg chg="modSp mod">
        <pc:chgData name="Zeng, Bolong" userId="5fb33691-3244-4faf-b53b-93284bd7c54c" providerId="ADAL" clId="{9D2A3691-D562-48E3-B4A9-FA56BAB969CF}" dt="2026-08-17T23:09:20.245" v="71" actId="20577"/>
        <pc:sldMkLst>
          <pc:docMk/>
          <pc:sldMk cId="3023492326" sldId="265"/>
        </pc:sldMkLst>
        <pc:spChg chg="mod">
          <ac:chgData name="Zeng, Bolong" userId="5fb33691-3244-4faf-b53b-93284bd7c54c" providerId="ADAL" clId="{9D2A3691-D562-48E3-B4A9-FA56BAB969CF}" dt="2026-08-17T23:09:20.245" v="71" actId="20577"/>
          <ac:spMkLst>
            <pc:docMk/>
            <pc:sldMk cId="3023492326" sldId="265"/>
            <ac:spMk id="11" creationId="{00000000-0000-0000-0000-000000000000}"/>
          </ac:spMkLst>
        </pc:spChg>
      </pc:sldChg>
      <pc:sldChg chg="modSp mod">
        <pc:chgData name="Zeng, Bolong" userId="5fb33691-3244-4faf-b53b-93284bd7c54c" providerId="ADAL" clId="{9D2A3691-D562-48E3-B4A9-FA56BAB969CF}" dt="2026-08-17T23:10:59.854" v="293" actId="20577"/>
        <pc:sldMkLst>
          <pc:docMk/>
          <pc:sldMk cId="3582441262" sldId="280"/>
        </pc:sldMkLst>
        <pc:spChg chg="mod">
          <ac:chgData name="Zeng, Bolong" userId="5fb33691-3244-4faf-b53b-93284bd7c54c" providerId="ADAL" clId="{9D2A3691-D562-48E3-B4A9-FA56BAB969CF}" dt="2026-08-17T23:10:59.854" v="293" actId="20577"/>
          <ac:spMkLst>
            <pc:docMk/>
            <pc:sldMk cId="3582441262" sldId="280"/>
            <ac:spMk id="25" creationId="{00000000-0000-0000-0000-000000000000}"/>
          </ac:spMkLst>
        </pc:spChg>
      </pc:sldChg>
      <pc:sldChg chg="modSp mod">
        <pc:chgData name="Zeng, Bolong" userId="5fb33691-3244-4faf-b53b-93284bd7c54c" providerId="ADAL" clId="{9D2A3691-D562-48E3-B4A9-FA56BAB969CF}" dt="2026-08-17T23:25:25.424" v="954" actId="20577"/>
        <pc:sldMkLst>
          <pc:docMk/>
          <pc:sldMk cId="395913222" sldId="283"/>
        </pc:sldMkLst>
        <pc:spChg chg="mod">
          <ac:chgData name="Zeng, Bolong" userId="5fb33691-3244-4faf-b53b-93284bd7c54c" providerId="ADAL" clId="{9D2A3691-D562-48E3-B4A9-FA56BAB969CF}" dt="2026-08-17T23:25:25.424" v="954" actId="20577"/>
          <ac:spMkLst>
            <pc:docMk/>
            <pc:sldMk cId="395913222" sldId="283"/>
            <ac:spMk id="4" creationId="{CA077796-0C99-4A05-86E9-E608F3560883}"/>
          </ac:spMkLst>
        </pc:spChg>
      </pc:sldChg>
      <pc:sldChg chg="addSp modSp new mod">
        <pc:chgData name="Zeng, Bolong" userId="5fb33691-3244-4faf-b53b-93284bd7c54c" providerId="ADAL" clId="{9D2A3691-D562-48E3-B4A9-FA56BAB969CF}" dt="2026-08-17T23:24:55.903" v="900" actId="20577"/>
        <pc:sldMkLst>
          <pc:docMk/>
          <pc:sldMk cId="2111641846" sldId="285"/>
        </pc:sldMkLst>
        <pc:spChg chg="add mod">
          <ac:chgData name="Zeng, Bolong" userId="5fb33691-3244-4faf-b53b-93284bd7c54c" providerId="ADAL" clId="{9D2A3691-D562-48E3-B4A9-FA56BAB969CF}" dt="2026-08-17T23:24:55.903" v="900" actId="20577"/>
          <ac:spMkLst>
            <pc:docMk/>
            <pc:sldMk cId="2111641846" sldId="285"/>
            <ac:spMk id="3" creationId="{C78BCB4B-3E01-C2DF-E355-5735D1CFF239}"/>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B1E147-C8A0-4BC6-976C-8EAA43EDA55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BBF3227-9478-4C52-AA73-6319424D28B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3A9542B-8975-4A12-AD77-67429A3C3BD4}"/>
              </a:ext>
            </a:extLst>
          </p:cNvPr>
          <p:cNvSpPr>
            <a:spLocks noGrp="1"/>
          </p:cNvSpPr>
          <p:nvPr>
            <p:ph type="dt" sz="half" idx="10"/>
          </p:nvPr>
        </p:nvSpPr>
        <p:spPr/>
        <p:txBody>
          <a:bodyPr/>
          <a:lstStyle/>
          <a:p>
            <a:fld id="{B19FC151-C95F-4B97-8B73-E5BFB448A7CA}" type="datetimeFigureOut">
              <a:rPr lang="en-US" smtClean="0"/>
              <a:t>10/4/2026</a:t>
            </a:fld>
            <a:endParaRPr lang="en-US"/>
          </a:p>
        </p:txBody>
      </p:sp>
      <p:sp>
        <p:nvSpPr>
          <p:cNvPr id="5" name="Footer Placeholder 4">
            <a:extLst>
              <a:ext uri="{FF2B5EF4-FFF2-40B4-BE49-F238E27FC236}">
                <a16:creationId xmlns:a16="http://schemas.microsoft.com/office/drawing/2014/main" id="{028D904B-4391-43CD-A7AA-3824F2C1096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DBFDD9A-8941-4511-8C61-6673FC0690A9}"/>
              </a:ext>
            </a:extLst>
          </p:cNvPr>
          <p:cNvSpPr>
            <a:spLocks noGrp="1"/>
          </p:cNvSpPr>
          <p:nvPr>
            <p:ph type="sldNum" sz="quarter" idx="12"/>
          </p:nvPr>
        </p:nvSpPr>
        <p:spPr/>
        <p:txBody>
          <a:bodyPr/>
          <a:lstStyle/>
          <a:p>
            <a:fld id="{45C664BD-2E9A-452D-8DCB-A5C1F6FA5F2C}" type="slidenum">
              <a:rPr lang="en-US" smtClean="0"/>
              <a:t>‹#›</a:t>
            </a:fld>
            <a:endParaRPr lang="en-US"/>
          </a:p>
        </p:txBody>
      </p:sp>
    </p:spTree>
    <p:extLst>
      <p:ext uri="{BB962C8B-B14F-4D97-AF65-F5344CB8AC3E}">
        <p14:creationId xmlns:p14="http://schemas.microsoft.com/office/powerpoint/2010/main" val="22327857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C906D-56D6-4B8F-87C5-B0EE1CE574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D5CF03C-1CAC-4554-97C3-DF7AD8C3CEA7}"/>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910C7BB-5EDD-41DD-831D-12E53C1D6534}"/>
              </a:ext>
            </a:extLst>
          </p:cNvPr>
          <p:cNvSpPr>
            <a:spLocks noGrp="1"/>
          </p:cNvSpPr>
          <p:nvPr>
            <p:ph type="dt" sz="half" idx="10"/>
          </p:nvPr>
        </p:nvSpPr>
        <p:spPr/>
        <p:txBody>
          <a:bodyPr/>
          <a:lstStyle/>
          <a:p>
            <a:fld id="{B19FC151-C95F-4B97-8B73-E5BFB448A7CA}" type="datetimeFigureOut">
              <a:rPr lang="en-US" smtClean="0"/>
              <a:t>10/4/2026</a:t>
            </a:fld>
            <a:endParaRPr lang="en-US"/>
          </a:p>
        </p:txBody>
      </p:sp>
      <p:sp>
        <p:nvSpPr>
          <p:cNvPr id="5" name="Footer Placeholder 4">
            <a:extLst>
              <a:ext uri="{FF2B5EF4-FFF2-40B4-BE49-F238E27FC236}">
                <a16:creationId xmlns:a16="http://schemas.microsoft.com/office/drawing/2014/main" id="{39B0C739-34B4-49D4-8F87-43555C336A1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E890C07-C203-46D1-A9A9-2A278959715A}"/>
              </a:ext>
            </a:extLst>
          </p:cNvPr>
          <p:cNvSpPr>
            <a:spLocks noGrp="1"/>
          </p:cNvSpPr>
          <p:nvPr>
            <p:ph type="sldNum" sz="quarter" idx="12"/>
          </p:nvPr>
        </p:nvSpPr>
        <p:spPr/>
        <p:txBody>
          <a:bodyPr/>
          <a:lstStyle/>
          <a:p>
            <a:fld id="{45C664BD-2E9A-452D-8DCB-A5C1F6FA5F2C}" type="slidenum">
              <a:rPr lang="en-US" smtClean="0"/>
              <a:t>‹#›</a:t>
            </a:fld>
            <a:endParaRPr lang="en-US"/>
          </a:p>
        </p:txBody>
      </p:sp>
    </p:spTree>
    <p:extLst>
      <p:ext uri="{BB962C8B-B14F-4D97-AF65-F5344CB8AC3E}">
        <p14:creationId xmlns:p14="http://schemas.microsoft.com/office/powerpoint/2010/main" val="41063498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29F9BD-F333-480E-8CBF-2576F003CA9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97D85C8-A58E-4D0C-96E1-49F452E9299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ED1F543B-5C9D-4309-B49A-568CE1883714}"/>
              </a:ext>
            </a:extLst>
          </p:cNvPr>
          <p:cNvSpPr>
            <a:spLocks noGrp="1"/>
          </p:cNvSpPr>
          <p:nvPr>
            <p:ph type="dt" sz="half" idx="10"/>
          </p:nvPr>
        </p:nvSpPr>
        <p:spPr/>
        <p:txBody>
          <a:bodyPr/>
          <a:lstStyle/>
          <a:p>
            <a:fld id="{B19FC151-C95F-4B97-8B73-E5BFB448A7CA}" type="datetimeFigureOut">
              <a:rPr lang="en-US" smtClean="0"/>
              <a:t>10/4/2026</a:t>
            </a:fld>
            <a:endParaRPr lang="en-US"/>
          </a:p>
        </p:txBody>
      </p:sp>
      <p:sp>
        <p:nvSpPr>
          <p:cNvPr id="5" name="Footer Placeholder 4">
            <a:extLst>
              <a:ext uri="{FF2B5EF4-FFF2-40B4-BE49-F238E27FC236}">
                <a16:creationId xmlns:a16="http://schemas.microsoft.com/office/drawing/2014/main" id="{E74CE2B0-E7A4-457D-BEAA-2BE86224E5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F2587F0-5F44-42E4-958A-D61C983530FD}"/>
              </a:ext>
            </a:extLst>
          </p:cNvPr>
          <p:cNvSpPr>
            <a:spLocks noGrp="1"/>
          </p:cNvSpPr>
          <p:nvPr>
            <p:ph type="sldNum" sz="quarter" idx="12"/>
          </p:nvPr>
        </p:nvSpPr>
        <p:spPr/>
        <p:txBody>
          <a:bodyPr/>
          <a:lstStyle/>
          <a:p>
            <a:fld id="{45C664BD-2E9A-452D-8DCB-A5C1F6FA5F2C}" type="slidenum">
              <a:rPr lang="en-US" smtClean="0"/>
              <a:t>‹#›</a:t>
            </a:fld>
            <a:endParaRPr lang="en-US"/>
          </a:p>
        </p:txBody>
      </p:sp>
    </p:spTree>
    <p:extLst>
      <p:ext uri="{BB962C8B-B14F-4D97-AF65-F5344CB8AC3E}">
        <p14:creationId xmlns:p14="http://schemas.microsoft.com/office/powerpoint/2010/main" val="24467371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8C1B2E-0F83-4B3F-8736-1782CF15F76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DC77F3-7F52-4699-98BC-F5CDD835E4D5}"/>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E70FF8E-CB09-41A9-BA43-70B505DB96A6}"/>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5C8000E-3AAB-4E34-85A2-22F28B8A45F6}"/>
              </a:ext>
            </a:extLst>
          </p:cNvPr>
          <p:cNvSpPr>
            <a:spLocks noGrp="1"/>
          </p:cNvSpPr>
          <p:nvPr>
            <p:ph type="dt" sz="half" idx="10"/>
          </p:nvPr>
        </p:nvSpPr>
        <p:spPr/>
        <p:txBody>
          <a:bodyPr/>
          <a:lstStyle/>
          <a:p>
            <a:fld id="{B19FC151-C95F-4B97-8B73-E5BFB448A7CA}" type="datetimeFigureOut">
              <a:rPr lang="en-US" smtClean="0"/>
              <a:t>10/4/2026</a:t>
            </a:fld>
            <a:endParaRPr lang="en-US"/>
          </a:p>
        </p:txBody>
      </p:sp>
      <p:sp>
        <p:nvSpPr>
          <p:cNvPr id="6" name="Footer Placeholder 5">
            <a:extLst>
              <a:ext uri="{FF2B5EF4-FFF2-40B4-BE49-F238E27FC236}">
                <a16:creationId xmlns:a16="http://schemas.microsoft.com/office/drawing/2014/main" id="{A239A5A7-F8BC-4CE7-9AFB-B7F24E9DD44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62D875C-2EED-412F-835A-8D9AD47858B5}"/>
              </a:ext>
            </a:extLst>
          </p:cNvPr>
          <p:cNvSpPr>
            <a:spLocks noGrp="1"/>
          </p:cNvSpPr>
          <p:nvPr>
            <p:ph type="sldNum" sz="quarter" idx="12"/>
          </p:nvPr>
        </p:nvSpPr>
        <p:spPr/>
        <p:txBody>
          <a:bodyPr/>
          <a:lstStyle/>
          <a:p>
            <a:fld id="{45C664BD-2E9A-452D-8DCB-A5C1F6FA5F2C}" type="slidenum">
              <a:rPr lang="en-US" smtClean="0"/>
              <a:t>‹#›</a:t>
            </a:fld>
            <a:endParaRPr lang="en-US"/>
          </a:p>
        </p:txBody>
      </p:sp>
    </p:spTree>
    <p:extLst>
      <p:ext uri="{BB962C8B-B14F-4D97-AF65-F5344CB8AC3E}">
        <p14:creationId xmlns:p14="http://schemas.microsoft.com/office/powerpoint/2010/main" val="34738116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9418B9-F5FD-430F-A486-D0A4EF4A93D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09A873D-46AB-489F-93A5-703A9428A3D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84F73EAB-7738-4218-8320-BAF5B88ED751}"/>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7DB9B05-5412-4BA5-9B92-556AC2BA249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AF9F8B3F-FDF1-466F-A684-6668B08C212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D7F1379-FEB2-4232-A97B-4A9854F81CE9}"/>
              </a:ext>
            </a:extLst>
          </p:cNvPr>
          <p:cNvSpPr>
            <a:spLocks noGrp="1"/>
          </p:cNvSpPr>
          <p:nvPr>
            <p:ph type="dt" sz="half" idx="10"/>
          </p:nvPr>
        </p:nvSpPr>
        <p:spPr/>
        <p:txBody>
          <a:bodyPr/>
          <a:lstStyle/>
          <a:p>
            <a:fld id="{B19FC151-C95F-4B97-8B73-E5BFB448A7CA}" type="datetimeFigureOut">
              <a:rPr lang="en-US" smtClean="0"/>
              <a:t>10/4/2026</a:t>
            </a:fld>
            <a:endParaRPr lang="en-US"/>
          </a:p>
        </p:txBody>
      </p:sp>
      <p:sp>
        <p:nvSpPr>
          <p:cNvPr id="8" name="Footer Placeholder 7">
            <a:extLst>
              <a:ext uri="{FF2B5EF4-FFF2-40B4-BE49-F238E27FC236}">
                <a16:creationId xmlns:a16="http://schemas.microsoft.com/office/drawing/2014/main" id="{6883ADD5-6DE6-4F90-9F48-23CF2FDEDFB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5D40F2-AC8A-4686-915A-3A4598825217}"/>
              </a:ext>
            </a:extLst>
          </p:cNvPr>
          <p:cNvSpPr>
            <a:spLocks noGrp="1"/>
          </p:cNvSpPr>
          <p:nvPr>
            <p:ph type="sldNum" sz="quarter" idx="12"/>
          </p:nvPr>
        </p:nvSpPr>
        <p:spPr/>
        <p:txBody>
          <a:bodyPr/>
          <a:lstStyle/>
          <a:p>
            <a:fld id="{45C664BD-2E9A-452D-8DCB-A5C1F6FA5F2C}" type="slidenum">
              <a:rPr lang="en-US" smtClean="0"/>
              <a:t>‹#›</a:t>
            </a:fld>
            <a:endParaRPr lang="en-US"/>
          </a:p>
        </p:txBody>
      </p:sp>
    </p:spTree>
    <p:extLst>
      <p:ext uri="{BB962C8B-B14F-4D97-AF65-F5344CB8AC3E}">
        <p14:creationId xmlns:p14="http://schemas.microsoft.com/office/powerpoint/2010/main" val="26064025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0C7AAF-1469-414A-8493-0CA826FFC25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8D0EDA4-27B8-49D9-9CDC-EC94D6DD62DE}"/>
              </a:ext>
            </a:extLst>
          </p:cNvPr>
          <p:cNvSpPr>
            <a:spLocks noGrp="1"/>
          </p:cNvSpPr>
          <p:nvPr>
            <p:ph type="dt" sz="half" idx="10"/>
          </p:nvPr>
        </p:nvSpPr>
        <p:spPr/>
        <p:txBody>
          <a:bodyPr/>
          <a:lstStyle/>
          <a:p>
            <a:fld id="{B19FC151-C95F-4B97-8B73-E5BFB448A7CA}" type="datetimeFigureOut">
              <a:rPr lang="en-US" smtClean="0"/>
              <a:t>10/4/2026</a:t>
            </a:fld>
            <a:endParaRPr lang="en-US"/>
          </a:p>
        </p:txBody>
      </p:sp>
      <p:sp>
        <p:nvSpPr>
          <p:cNvPr id="4" name="Footer Placeholder 3">
            <a:extLst>
              <a:ext uri="{FF2B5EF4-FFF2-40B4-BE49-F238E27FC236}">
                <a16:creationId xmlns:a16="http://schemas.microsoft.com/office/drawing/2014/main" id="{043BB72E-178F-465C-BAC7-372CB6F8EB5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D2BE6B-1F95-4225-BB77-01B2BC22044B}"/>
              </a:ext>
            </a:extLst>
          </p:cNvPr>
          <p:cNvSpPr>
            <a:spLocks noGrp="1"/>
          </p:cNvSpPr>
          <p:nvPr>
            <p:ph type="sldNum" sz="quarter" idx="12"/>
          </p:nvPr>
        </p:nvSpPr>
        <p:spPr/>
        <p:txBody>
          <a:bodyPr/>
          <a:lstStyle/>
          <a:p>
            <a:fld id="{45C664BD-2E9A-452D-8DCB-A5C1F6FA5F2C}" type="slidenum">
              <a:rPr lang="en-US" smtClean="0"/>
              <a:t>‹#›</a:t>
            </a:fld>
            <a:endParaRPr lang="en-US"/>
          </a:p>
        </p:txBody>
      </p:sp>
    </p:spTree>
    <p:extLst>
      <p:ext uri="{BB962C8B-B14F-4D97-AF65-F5344CB8AC3E}">
        <p14:creationId xmlns:p14="http://schemas.microsoft.com/office/powerpoint/2010/main" val="25899300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DE200F2-9C97-4485-97B8-43AF0DD70CDC}"/>
              </a:ext>
            </a:extLst>
          </p:cNvPr>
          <p:cNvSpPr>
            <a:spLocks noGrp="1"/>
          </p:cNvSpPr>
          <p:nvPr>
            <p:ph type="dt" sz="half" idx="10"/>
          </p:nvPr>
        </p:nvSpPr>
        <p:spPr/>
        <p:txBody>
          <a:bodyPr/>
          <a:lstStyle/>
          <a:p>
            <a:fld id="{B19FC151-C95F-4B97-8B73-E5BFB448A7CA}" type="datetimeFigureOut">
              <a:rPr lang="en-US" smtClean="0"/>
              <a:t>10/4/2026</a:t>
            </a:fld>
            <a:endParaRPr lang="en-US"/>
          </a:p>
        </p:txBody>
      </p:sp>
      <p:sp>
        <p:nvSpPr>
          <p:cNvPr id="3" name="Footer Placeholder 2">
            <a:extLst>
              <a:ext uri="{FF2B5EF4-FFF2-40B4-BE49-F238E27FC236}">
                <a16:creationId xmlns:a16="http://schemas.microsoft.com/office/drawing/2014/main" id="{FC314FCC-17D0-4070-87DE-01A740525D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0375113-BE05-4973-B2F8-5D8DEC179D12}"/>
              </a:ext>
            </a:extLst>
          </p:cNvPr>
          <p:cNvSpPr>
            <a:spLocks noGrp="1"/>
          </p:cNvSpPr>
          <p:nvPr>
            <p:ph type="sldNum" sz="quarter" idx="12"/>
          </p:nvPr>
        </p:nvSpPr>
        <p:spPr/>
        <p:txBody>
          <a:bodyPr/>
          <a:lstStyle/>
          <a:p>
            <a:fld id="{45C664BD-2E9A-452D-8DCB-A5C1F6FA5F2C}" type="slidenum">
              <a:rPr lang="en-US" smtClean="0"/>
              <a:t>‹#›</a:t>
            </a:fld>
            <a:endParaRPr lang="en-US"/>
          </a:p>
        </p:txBody>
      </p:sp>
    </p:spTree>
    <p:extLst>
      <p:ext uri="{BB962C8B-B14F-4D97-AF65-F5344CB8AC3E}">
        <p14:creationId xmlns:p14="http://schemas.microsoft.com/office/powerpoint/2010/main" val="420847009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FA1825-4DE0-4612-BBDD-192DEAA9175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B66D902-ED54-4D39-8D2E-25F1B530467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FFE6202-835A-4D10-8696-5F9C93985EC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BE2197CC-931A-42AB-86EB-33B7388062E0}"/>
              </a:ext>
            </a:extLst>
          </p:cNvPr>
          <p:cNvSpPr>
            <a:spLocks noGrp="1"/>
          </p:cNvSpPr>
          <p:nvPr>
            <p:ph type="dt" sz="half" idx="10"/>
          </p:nvPr>
        </p:nvSpPr>
        <p:spPr/>
        <p:txBody>
          <a:bodyPr/>
          <a:lstStyle/>
          <a:p>
            <a:fld id="{B19FC151-C95F-4B97-8B73-E5BFB448A7CA}" type="datetimeFigureOut">
              <a:rPr lang="en-US" smtClean="0"/>
              <a:t>10/4/2026</a:t>
            </a:fld>
            <a:endParaRPr lang="en-US"/>
          </a:p>
        </p:txBody>
      </p:sp>
      <p:sp>
        <p:nvSpPr>
          <p:cNvPr id="6" name="Footer Placeholder 5">
            <a:extLst>
              <a:ext uri="{FF2B5EF4-FFF2-40B4-BE49-F238E27FC236}">
                <a16:creationId xmlns:a16="http://schemas.microsoft.com/office/drawing/2014/main" id="{C9E62F2B-A80B-466F-ADA7-487AA65D4C9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0F3C4D0-1C4A-48F9-92DD-F530E7183606}"/>
              </a:ext>
            </a:extLst>
          </p:cNvPr>
          <p:cNvSpPr>
            <a:spLocks noGrp="1"/>
          </p:cNvSpPr>
          <p:nvPr>
            <p:ph type="sldNum" sz="quarter" idx="12"/>
          </p:nvPr>
        </p:nvSpPr>
        <p:spPr/>
        <p:txBody>
          <a:bodyPr/>
          <a:lstStyle/>
          <a:p>
            <a:fld id="{45C664BD-2E9A-452D-8DCB-A5C1F6FA5F2C}" type="slidenum">
              <a:rPr lang="en-US" smtClean="0"/>
              <a:t>‹#›</a:t>
            </a:fld>
            <a:endParaRPr lang="en-US"/>
          </a:p>
        </p:txBody>
      </p:sp>
    </p:spTree>
    <p:extLst>
      <p:ext uri="{BB962C8B-B14F-4D97-AF65-F5344CB8AC3E}">
        <p14:creationId xmlns:p14="http://schemas.microsoft.com/office/powerpoint/2010/main" val="4514851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D3BAD3-7D59-44A6-A4A3-D1BA8F249D7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1F77753-3940-4A5F-B934-46E478EE293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EFBCA91-3E11-4F2F-977B-92EE8E593B0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C245E498-0231-44B8-8715-5D426B7EA026}"/>
              </a:ext>
            </a:extLst>
          </p:cNvPr>
          <p:cNvSpPr>
            <a:spLocks noGrp="1"/>
          </p:cNvSpPr>
          <p:nvPr>
            <p:ph type="dt" sz="half" idx="10"/>
          </p:nvPr>
        </p:nvSpPr>
        <p:spPr/>
        <p:txBody>
          <a:bodyPr/>
          <a:lstStyle/>
          <a:p>
            <a:fld id="{B19FC151-C95F-4B97-8B73-E5BFB448A7CA}" type="datetimeFigureOut">
              <a:rPr lang="en-US" smtClean="0"/>
              <a:t>10/4/2026</a:t>
            </a:fld>
            <a:endParaRPr lang="en-US"/>
          </a:p>
        </p:txBody>
      </p:sp>
      <p:sp>
        <p:nvSpPr>
          <p:cNvPr id="6" name="Footer Placeholder 5">
            <a:extLst>
              <a:ext uri="{FF2B5EF4-FFF2-40B4-BE49-F238E27FC236}">
                <a16:creationId xmlns:a16="http://schemas.microsoft.com/office/drawing/2014/main" id="{EE0B7981-F7C7-4422-96D1-0A4D53E5E7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E33C5BF-2633-4B2F-8306-3C459740543B}"/>
              </a:ext>
            </a:extLst>
          </p:cNvPr>
          <p:cNvSpPr>
            <a:spLocks noGrp="1"/>
          </p:cNvSpPr>
          <p:nvPr>
            <p:ph type="sldNum" sz="quarter" idx="12"/>
          </p:nvPr>
        </p:nvSpPr>
        <p:spPr/>
        <p:txBody>
          <a:bodyPr/>
          <a:lstStyle/>
          <a:p>
            <a:fld id="{45C664BD-2E9A-452D-8DCB-A5C1F6FA5F2C}" type="slidenum">
              <a:rPr lang="en-US" smtClean="0"/>
              <a:t>‹#›</a:t>
            </a:fld>
            <a:endParaRPr lang="en-US"/>
          </a:p>
        </p:txBody>
      </p:sp>
    </p:spTree>
    <p:extLst>
      <p:ext uri="{BB962C8B-B14F-4D97-AF65-F5344CB8AC3E}">
        <p14:creationId xmlns:p14="http://schemas.microsoft.com/office/powerpoint/2010/main" val="4378842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5CAD2B-6A45-493C-ADEC-1D523816085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3274B83-74CC-4244-8433-B802CC661C62}"/>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0FDAA2F-BC68-4BC4-9935-F2FBD7229757}"/>
              </a:ext>
            </a:extLst>
          </p:cNvPr>
          <p:cNvSpPr>
            <a:spLocks noGrp="1"/>
          </p:cNvSpPr>
          <p:nvPr>
            <p:ph type="dt" sz="half" idx="10"/>
          </p:nvPr>
        </p:nvSpPr>
        <p:spPr/>
        <p:txBody>
          <a:bodyPr/>
          <a:lstStyle/>
          <a:p>
            <a:fld id="{B19FC151-C95F-4B97-8B73-E5BFB448A7CA}" type="datetimeFigureOut">
              <a:rPr lang="en-US" smtClean="0"/>
              <a:t>10/4/2026</a:t>
            </a:fld>
            <a:endParaRPr lang="en-US"/>
          </a:p>
        </p:txBody>
      </p:sp>
      <p:sp>
        <p:nvSpPr>
          <p:cNvPr id="5" name="Footer Placeholder 4">
            <a:extLst>
              <a:ext uri="{FF2B5EF4-FFF2-40B4-BE49-F238E27FC236}">
                <a16:creationId xmlns:a16="http://schemas.microsoft.com/office/drawing/2014/main" id="{B8D9C779-E871-4A96-8FCC-DDC9AC83F7A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2632DCE-5E52-42CB-B97F-27362C548122}"/>
              </a:ext>
            </a:extLst>
          </p:cNvPr>
          <p:cNvSpPr>
            <a:spLocks noGrp="1"/>
          </p:cNvSpPr>
          <p:nvPr>
            <p:ph type="sldNum" sz="quarter" idx="12"/>
          </p:nvPr>
        </p:nvSpPr>
        <p:spPr/>
        <p:txBody>
          <a:bodyPr/>
          <a:lstStyle/>
          <a:p>
            <a:fld id="{45C664BD-2E9A-452D-8DCB-A5C1F6FA5F2C}" type="slidenum">
              <a:rPr lang="en-US" smtClean="0"/>
              <a:t>‹#›</a:t>
            </a:fld>
            <a:endParaRPr lang="en-US"/>
          </a:p>
        </p:txBody>
      </p:sp>
    </p:spTree>
    <p:extLst>
      <p:ext uri="{BB962C8B-B14F-4D97-AF65-F5344CB8AC3E}">
        <p14:creationId xmlns:p14="http://schemas.microsoft.com/office/powerpoint/2010/main" val="795194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1553D9-22F0-49A8-98CD-81B98818FBB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9CBA776-CFB8-4F0F-8F19-D1832E2793C8}"/>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BD45A7A-289F-4728-8B9C-915564DC8F79}"/>
              </a:ext>
            </a:extLst>
          </p:cNvPr>
          <p:cNvSpPr>
            <a:spLocks noGrp="1"/>
          </p:cNvSpPr>
          <p:nvPr>
            <p:ph type="dt" sz="half" idx="10"/>
          </p:nvPr>
        </p:nvSpPr>
        <p:spPr/>
        <p:txBody>
          <a:bodyPr/>
          <a:lstStyle/>
          <a:p>
            <a:fld id="{B19FC151-C95F-4B97-8B73-E5BFB448A7CA}" type="datetimeFigureOut">
              <a:rPr lang="en-US" smtClean="0"/>
              <a:t>10/4/2026</a:t>
            </a:fld>
            <a:endParaRPr lang="en-US"/>
          </a:p>
        </p:txBody>
      </p:sp>
      <p:sp>
        <p:nvSpPr>
          <p:cNvPr id="5" name="Footer Placeholder 4">
            <a:extLst>
              <a:ext uri="{FF2B5EF4-FFF2-40B4-BE49-F238E27FC236}">
                <a16:creationId xmlns:a16="http://schemas.microsoft.com/office/drawing/2014/main" id="{CA86D427-E821-44AE-9199-68D2B686C4F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724E30-9118-4896-8D27-4648AE7A0FCE}"/>
              </a:ext>
            </a:extLst>
          </p:cNvPr>
          <p:cNvSpPr>
            <a:spLocks noGrp="1"/>
          </p:cNvSpPr>
          <p:nvPr>
            <p:ph type="sldNum" sz="quarter" idx="12"/>
          </p:nvPr>
        </p:nvSpPr>
        <p:spPr/>
        <p:txBody>
          <a:bodyPr/>
          <a:lstStyle/>
          <a:p>
            <a:fld id="{45C664BD-2E9A-452D-8DCB-A5C1F6FA5F2C}" type="slidenum">
              <a:rPr lang="en-US" smtClean="0"/>
              <a:t>‹#›</a:t>
            </a:fld>
            <a:endParaRPr lang="en-US"/>
          </a:p>
        </p:txBody>
      </p:sp>
    </p:spTree>
    <p:extLst>
      <p:ext uri="{BB962C8B-B14F-4D97-AF65-F5344CB8AC3E}">
        <p14:creationId xmlns:p14="http://schemas.microsoft.com/office/powerpoint/2010/main" val="10762322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2BD2AB3-0AA5-46A1-A17E-CC3249007A6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D9E5A1A-920F-49DA-803B-E908B462E0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9B3C4B-E9B9-464E-B854-C9736BD7B7E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19FC151-C95F-4B97-8B73-E5BFB448A7CA}" type="datetimeFigureOut">
              <a:rPr lang="en-US" smtClean="0"/>
              <a:t>10/4/2026</a:t>
            </a:fld>
            <a:endParaRPr lang="en-US"/>
          </a:p>
        </p:txBody>
      </p:sp>
      <p:sp>
        <p:nvSpPr>
          <p:cNvPr id="5" name="Footer Placeholder 4">
            <a:extLst>
              <a:ext uri="{FF2B5EF4-FFF2-40B4-BE49-F238E27FC236}">
                <a16:creationId xmlns:a16="http://schemas.microsoft.com/office/drawing/2014/main" id="{D90264A9-6D41-4537-A210-0F87B152502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A9A312F-6625-4CD9-82BE-98585C3951F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5C664BD-2E9A-452D-8DCB-A5C1F6FA5F2C}" type="slidenum">
              <a:rPr lang="en-US" smtClean="0"/>
              <a:t>‹#›</a:t>
            </a:fld>
            <a:endParaRPr lang="en-US"/>
          </a:p>
        </p:txBody>
      </p:sp>
    </p:spTree>
    <p:extLst>
      <p:ext uri="{BB962C8B-B14F-4D97-AF65-F5344CB8AC3E}">
        <p14:creationId xmlns:p14="http://schemas.microsoft.com/office/powerpoint/2010/main" val="39624689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C3896A03-3945-419A-B66B-4EE266EDD1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 y="-1"/>
            <a:ext cx="12191990" cy="374259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0468C6E-964B-AF50-E729-29A15AB79843}"/>
              </a:ext>
            </a:extLst>
          </p:cNvPr>
          <p:cNvSpPr>
            <a:spLocks noGrp="1"/>
          </p:cNvSpPr>
          <p:nvPr>
            <p:ph type="ctrTitle"/>
          </p:nvPr>
        </p:nvSpPr>
        <p:spPr>
          <a:xfrm>
            <a:off x="1155558" y="637763"/>
            <a:ext cx="9889797" cy="2874471"/>
          </a:xfrm>
        </p:spPr>
        <p:txBody>
          <a:bodyPr anchor="ctr">
            <a:normAutofit/>
          </a:bodyPr>
          <a:lstStyle/>
          <a:p>
            <a:pPr algn="l"/>
            <a:r>
              <a:rPr lang="en-US" sz="8000">
                <a:solidFill>
                  <a:schemeClr val="bg1"/>
                </a:solidFill>
              </a:rPr>
              <a:t>Phase I System Presentation</a:t>
            </a:r>
            <a:endParaRPr lang="en-US" sz="8000" dirty="0">
              <a:solidFill>
                <a:schemeClr val="bg1"/>
              </a:solidFill>
            </a:endParaRPr>
          </a:p>
        </p:txBody>
      </p:sp>
      <p:sp>
        <p:nvSpPr>
          <p:cNvPr id="25" name="Rectangle 24">
            <a:extLst>
              <a:ext uri="{FF2B5EF4-FFF2-40B4-BE49-F238E27FC236}">
                <a16:creationId xmlns:a16="http://schemas.microsoft.com/office/drawing/2014/main" id="{B34F5AD2-EDBD-4BBD-A55C-EAFFD0C709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 y="3742597"/>
            <a:ext cx="12191990" cy="311540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a:extLst>
              <a:ext uri="{FF2B5EF4-FFF2-40B4-BE49-F238E27FC236}">
                <a16:creationId xmlns:a16="http://schemas.microsoft.com/office/drawing/2014/main" id="{91440C3C-9794-6B3D-429E-D85A27E7DE08}"/>
              </a:ext>
            </a:extLst>
          </p:cNvPr>
          <p:cNvSpPr>
            <a:spLocks noGrp="1"/>
          </p:cNvSpPr>
          <p:nvPr>
            <p:ph type="subTitle" idx="1"/>
          </p:nvPr>
        </p:nvSpPr>
        <p:spPr>
          <a:xfrm>
            <a:off x="1155558" y="4307684"/>
            <a:ext cx="9544153" cy="1906846"/>
          </a:xfrm>
        </p:spPr>
        <p:txBody>
          <a:bodyPr anchor="t">
            <a:normAutofit/>
          </a:bodyPr>
          <a:lstStyle/>
          <a:p>
            <a:pPr algn="l"/>
            <a:r>
              <a:rPr lang="en-US" sz="3200"/>
              <a:t>Team EV</a:t>
            </a:r>
            <a:endParaRPr lang="en-US" sz="3200" dirty="0"/>
          </a:p>
        </p:txBody>
      </p:sp>
      <p:sp>
        <p:nvSpPr>
          <p:cNvPr id="27" name="Rectangle 26">
            <a:extLst>
              <a:ext uri="{FF2B5EF4-FFF2-40B4-BE49-F238E27FC236}">
                <a16:creationId xmlns:a16="http://schemas.microsoft.com/office/drawing/2014/main" id="{6832F003-FCA6-4CFB-A2EA-308F3AA257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61180" y="4101097"/>
            <a:ext cx="457200" cy="4572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508607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869E8E-EF80-4E22-495A-F08AF7922FE1}"/>
              </a:ext>
            </a:extLst>
          </p:cNvPr>
          <p:cNvSpPr>
            <a:spLocks noGrp="1"/>
          </p:cNvSpPr>
          <p:nvPr>
            <p:ph type="title"/>
          </p:nvPr>
        </p:nvSpPr>
        <p:spPr/>
        <p:txBody>
          <a:bodyPr/>
          <a:lstStyle/>
          <a:p>
            <a:pPr algn="ctr"/>
            <a:r>
              <a:rPr lang="en-US" dirty="0"/>
              <a:t>Scenario 1</a:t>
            </a:r>
          </a:p>
        </p:txBody>
      </p:sp>
      <p:sp>
        <p:nvSpPr>
          <p:cNvPr id="3" name="Text Placeholder 2">
            <a:extLst>
              <a:ext uri="{FF2B5EF4-FFF2-40B4-BE49-F238E27FC236}">
                <a16:creationId xmlns:a16="http://schemas.microsoft.com/office/drawing/2014/main" id="{12A19AA5-AC27-81AF-5D6B-DC7E8BC14F75}"/>
              </a:ext>
            </a:extLst>
          </p:cNvPr>
          <p:cNvSpPr>
            <a:spLocks noGrp="1"/>
          </p:cNvSpPr>
          <p:nvPr>
            <p:ph type="body" idx="1"/>
          </p:nvPr>
        </p:nvSpPr>
        <p:spPr/>
        <p:txBody>
          <a:bodyPr>
            <a:normAutofit/>
          </a:bodyPr>
          <a:lstStyle/>
          <a:p>
            <a:pPr algn="ctr"/>
            <a:r>
              <a:rPr lang="en-US" sz="1800" dirty="0"/>
              <a:t>AS-IS Scenario</a:t>
            </a:r>
          </a:p>
          <a:p>
            <a:endParaRPr lang="en-US" sz="1800" dirty="0"/>
          </a:p>
        </p:txBody>
      </p:sp>
      <p:sp>
        <p:nvSpPr>
          <p:cNvPr id="4" name="Content Placeholder 3">
            <a:extLst>
              <a:ext uri="{FF2B5EF4-FFF2-40B4-BE49-F238E27FC236}">
                <a16:creationId xmlns:a16="http://schemas.microsoft.com/office/drawing/2014/main" id="{67D12E7F-1201-0EFD-6A09-4C1A1BE21B05}"/>
              </a:ext>
            </a:extLst>
          </p:cNvPr>
          <p:cNvSpPr>
            <a:spLocks noGrp="1"/>
          </p:cNvSpPr>
          <p:nvPr>
            <p:ph sz="half" idx="2"/>
          </p:nvPr>
        </p:nvSpPr>
        <p:spPr/>
        <p:txBody>
          <a:bodyPr>
            <a:normAutofit/>
          </a:bodyPr>
          <a:lstStyle/>
          <a:p>
            <a:r>
              <a:rPr lang="en-US" sz="1800" dirty="0"/>
              <a:t>Stevie is trying to go to his next classroom. He knows he needs to walk ahead a few steps, and then turn left around the corner.</a:t>
            </a:r>
          </a:p>
          <a:p>
            <a:r>
              <a:rPr lang="en-US" sz="1800" dirty="0"/>
              <a:t>However, he is not sure when to turn. </a:t>
            </a:r>
          </a:p>
          <a:p>
            <a:r>
              <a:rPr lang="en-US" sz="1800" dirty="0"/>
              <a:t>He took a guess, but turned too early, hit the wall and hurt his head. </a:t>
            </a:r>
          </a:p>
        </p:txBody>
      </p:sp>
      <p:sp>
        <p:nvSpPr>
          <p:cNvPr id="5" name="Text Placeholder 4">
            <a:extLst>
              <a:ext uri="{FF2B5EF4-FFF2-40B4-BE49-F238E27FC236}">
                <a16:creationId xmlns:a16="http://schemas.microsoft.com/office/drawing/2014/main" id="{D8B12325-CD67-0CA8-949C-25F19E5717E7}"/>
              </a:ext>
            </a:extLst>
          </p:cNvPr>
          <p:cNvSpPr>
            <a:spLocks noGrp="1"/>
          </p:cNvSpPr>
          <p:nvPr>
            <p:ph type="body" sz="quarter" idx="3"/>
          </p:nvPr>
        </p:nvSpPr>
        <p:spPr/>
        <p:txBody>
          <a:bodyPr>
            <a:normAutofit/>
          </a:bodyPr>
          <a:lstStyle/>
          <a:p>
            <a:pPr algn="ctr"/>
            <a:r>
              <a:rPr lang="en-US" sz="1800" dirty="0"/>
              <a:t>TO-BE Scenario</a:t>
            </a:r>
          </a:p>
          <a:p>
            <a:pPr algn="ctr"/>
            <a:endParaRPr lang="en-US" sz="1800" dirty="0"/>
          </a:p>
        </p:txBody>
      </p:sp>
      <p:sp>
        <p:nvSpPr>
          <p:cNvPr id="6" name="Content Placeholder 5">
            <a:extLst>
              <a:ext uri="{FF2B5EF4-FFF2-40B4-BE49-F238E27FC236}">
                <a16:creationId xmlns:a16="http://schemas.microsoft.com/office/drawing/2014/main" id="{A2D227F2-5A8A-7A5F-3BEE-AC0B94C3F4DB}"/>
              </a:ext>
            </a:extLst>
          </p:cNvPr>
          <p:cNvSpPr>
            <a:spLocks noGrp="1"/>
          </p:cNvSpPr>
          <p:nvPr>
            <p:ph sz="quarter" idx="4"/>
          </p:nvPr>
        </p:nvSpPr>
        <p:spPr/>
        <p:txBody>
          <a:bodyPr>
            <a:normAutofit/>
          </a:bodyPr>
          <a:lstStyle/>
          <a:p>
            <a:r>
              <a:rPr lang="en-US" sz="1800" dirty="0"/>
              <a:t>The THEIA app asks Stevie to give his current location and the destination.</a:t>
            </a:r>
          </a:p>
          <a:p>
            <a:r>
              <a:rPr lang="en-US" sz="1800" dirty="0"/>
              <a:t>The app calculates the route from the current location to the destination.</a:t>
            </a:r>
          </a:p>
          <a:p>
            <a:r>
              <a:rPr lang="en-US" sz="1800" dirty="0"/>
              <a:t>THEIA tells Stevie to “walk ahead 10 steps, then turn left”</a:t>
            </a:r>
          </a:p>
          <a:p>
            <a:endParaRPr lang="en-US" sz="1800" dirty="0"/>
          </a:p>
        </p:txBody>
      </p:sp>
    </p:spTree>
    <p:extLst>
      <p:ext uri="{BB962C8B-B14F-4D97-AF65-F5344CB8AC3E}">
        <p14:creationId xmlns:p14="http://schemas.microsoft.com/office/powerpoint/2010/main" val="35824412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E8CEB5-21CA-262D-9752-CCCC81351A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D39908-0978-00FB-189B-B269778AECD7}"/>
              </a:ext>
            </a:extLst>
          </p:cNvPr>
          <p:cNvSpPr>
            <a:spLocks noGrp="1"/>
          </p:cNvSpPr>
          <p:nvPr>
            <p:ph type="title"/>
          </p:nvPr>
        </p:nvSpPr>
        <p:spPr/>
        <p:txBody>
          <a:bodyPr/>
          <a:lstStyle/>
          <a:p>
            <a:pPr algn="ctr"/>
            <a:r>
              <a:rPr lang="en-US" dirty="0"/>
              <a:t>Scenario 2</a:t>
            </a:r>
          </a:p>
        </p:txBody>
      </p:sp>
      <p:sp>
        <p:nvSpPr>
          <p:cNvPr id="3" name="Text Placeholder 2">
            <a:extLst>
              <a:ext uri="{FF2B5EF4-FFF2-40B4-BE49-F238E27FC236}">
                <a16:creationId xmlns:a16="http://schemas.microsoft.com/office/drawing/2014/main" id="{042BF266-D26D-72B2-6DA3-7A53BB87A903}"/>
              </a:ext>
            </a:extLst>
          </p:cNvPr>
          <p:cNvSpPr>
            <a:spLocks noGrp="1"/>
          </p:cNvSpPr>
          <p:nvPr>
            <p:ph type="body" idx="1"/>
          </p:nvPr>
        </p:nvSpPr>
        <p:spPr/>
        <p:txBody>
          <a:bodyPr>
            <a:normAutofit/>
          </a:bodyPr>
          <a:lstStyle/>
          <a:p>
            <a:pPr algn="ctr"/>
            <a:r>
              <a:rPr lang="en-US" sz="1800" dirty="0"/>
              <a:t>AS-IS Scenario</a:t>
            </a:r>
          </a:p>
          <a:p>
            <a:endParaRPr lang="en-US" sz="1800" dirty="0"/>
          </a:p>
        </p:txBody>
      </p:sp>
      <p:sp>
        <p:nvSpPr>
          <p:cNvPr id="4" name="Content Placeholder 3">
            <a:extLst>
              <a:ext uri="{FF2B5EF4-FFF2-40B4-BE49-F238E27FC236}">
                <a16:creationId xmlns:a16="http://schemas.microsoft.com/office/drawing/2014/main" id="{5E2A6247-226A-3755-B44D-74804DE70D7D}"/>
              </a:ext>
            </a:extLst>
          </p:cNvPr>
          <p:cNvSpPr>
            <a:spLocks noGrp="1"/>
          </p:cNvSpPr>
          <p:nvPr>
            <p:ph sz="half" idx="2"/>
          </p:nvPr>
        </p:nvSpPr>
        <p:spPr/>
        <p:txBody>
          <a:bodyPr>
            <a:normAutofit/>
          </a:bodyPr>
          <a:lstStyle/>
          <a:p>
            <a:r>
              <a:rPr lang="en-US" sz="1800" dirty="0"/>
              <a:t>Alfred is heading to the 3rd-floor elevator after an evening lab when construction blocks the usual hallway.</a:t>
            </a:r>
          </a:p>
          <a:p>
            <a:r>
              <a:rPr lang="en-US" sz="1800" dirty="0"/>
              <a:t>After detouring, Alfred gets lost on the empty floor. </a:t>
            </a:r>
          </a:p>
          <a:p>
            <a:r>
              <a:rPr lang="en-US" sz="1800" dirty="0"/>
              <a:t>Stevie calls caretaker Bella, but Alfred can only say "somewhere on the 3rd floor," </a:t>
            </a:r>
          </a:p>
          <a:p>
            <a:r>
              <a:rPr lang="en-US" sz="1800" dirty="0"/>
              <a:t>Bella has to come search for Stevie.</a:t>
            </a:r>
          </a:p>
        </p:txBody>
      </p:sp>
      <p:sp>
        <p:nvSpPr>
          <p:cNvPr id="5" name="Text Placeholder 4">
            <a:extLst>
              <a:ext uri="{FF2B5EF4-FFF2-40B4-BE49-F238E27FC236}">
                <a16:creationId xmlns:a16="http://schemas.microsoft.com/office/drawing/2014/main" id="{BB18D4EC-BE72-08B0-8263-FAA11ACEC1F7}"/>
              </a:ext>
            </a:extLst>
          </p:cNvPr>
          <p:cNvSpPr>
            <a:spLocks noGrp="1"/>
          </p:cNvSpPr>
          <p:nvPr>
            <p:ph type="body" sz="quarter" idx="3"/>
          </p:nvPr>
        </p:nvSpPr>
        <p:spPr/>
        <p:txBody>
          <a:bodyPr>
            <a:normAutofit/>
          </a:bodyPr>
          <a:lstStyle/>
          <a:p>
            <a:pPr algn="ctr"/>
            <a:r>
              <a:rPr lang="en-US" sz="1800" dirty="0"/>
              <a:t>TO-BE Scenario</a:t>
            </a:r>
          </a:p>
          <a:p>
            <a:pPr algn="ctr"/>
            <a:endParaRPr lang="en-US" sz="1800" dirty="0"/>
          </a:p>
        </p:txBody>
      </p:sp>
      <p:sp>
        <p:nvSpPr>
          <p:cNvPr id="6" name="Content Placeholder 5">
            <a:extLst>
              <a:ext uri="{FF2B5EF4-FFF2-40B4-BE49-F238E27FC236}">
                <a16:creationId xmlns:a16="http://schemas.microsoft.com/office/drawing/2014/main" id="{420F7842-B5B4-D610-240F-27FF29E743EF}"/>
              </a:ext>
            </a:extLst>
          </p:cNvPr>
          <p:cNvSpPr>
            <a:spLocks noGrp="1"/>
          </p:cNvSpPr>
          <p:nvPr>
            <p:ph sz="quarter" idx="4"/>
          </p:nvPr>
        </p:nvSpPr>
        <p:spPr/>
        <p:txBody>
          <a:bodyPr>
            <a:normAutofit/>
          </a:bodyPr>
          <a:lstStyle/>
          <a:p>
            <a:r>
              <a:rPr lang="en-US" sz="1800" dirty="0"/>
              <a:t>Alfred tells THEIA "this way is blocked" and gets a detour. </a:t>
            </a:r>
          </a:p>
          <a:p>
            <a:r>
              <a:rPr lang="en-US" sz="1800" dirty="0"/>
              <a:t>When Alfred takes a wrong turn and THEIA misses the next beacon, it tells Alfred may be off route and offers to guide Alfred back to the last known location (Spark 233). </a:t>
            </a:r>
          </a:p>
          <a:p>
            <a:r>
              <a:rPr lang="en-US" sz="1800" dirty="0"/>
              <a:t>If Alfred had said "Help" or THEIA had detected a fall Alfred didn't respond to, it would text Bella that location and offer to call Bella or campus police.</a:t>
            </a:r>
          </a:p>
        </p:txBody>
      </p:sp>
    </p:spTree>
    <p:extLst>
      <p:ext uri="{BB962C8B-B14F-4D97-AF65-F5344CB8AC3E}">
        <p14:creationId xmlns:p14="http://schemas.microsoft.com/office/powerpoint/2010/main" val="35824840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882BD-BCAC-A4E5-E322-A43211831C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09C012-AB2B-73D2-C9F3-0096891D09DB}"/>
              </a:ext>
            </a:extLst>
          </p:cNvPr>
          <p:cNvSpPr>
            <a:spLocks noGrp="1"/>
          </p:cNvSpPr>
          <p:nvPr>
            <p:ph type="title"/>
          </p:nvPr>
        </p:nvSpPr>
        <p:spPr/>
        <p:txBody>
          <a:bodyPr/>
          <a:lstStyle/>
          <a:p>
            <a:pPr algn="ctr"/>
            <a:r>
              <a:rPr lang="en-US" dirty="0"/>
              <a:t>Scenario 3</a:t>
            </a:r>
          </a:p>
        </p:txBody>
      </p:sp>
      <p:sp>
        <p:nvSpPr>
          <p:cNvPr id="3" name="Text Placeholder 2">
            <a:extLst>
              <a:ext uri="{FF2B5EF4-FFF2-40B4-BE49-F238E27FC236}">
                <a16:creationId xmlns:a16="http://schemas.microsoft.com/office/drawing/2014/main" id="{15E1A83F-6710-DDE7-0981-9D044677C77C}"/>
              </a:ext>
            </a:extLst>
          </p:cNvPr>
          <p:cNvSpPr>
            <a:spLocks noGrp="1"/>
          </p:cNvSpPr>
          <p:nvPr>
            <p:ph type="body" idx="1"/>
          </p:nvPr>
        </p:nvSpPr>
        <p:spPr/>
        <p:txBody>
          <a:bodyPr>
            <a:normAutofit/>
          </a:bodyPr>
          <a:lstStyle/>
          <a:p>
            <a:pPr algn="ctr"/>
            <a:r>
              <a:rPr lang="en-US" sz="1800" dirty="0"/>
              <a:t>AS-IS Scenario</a:t>
            </a:r>
          </a:p>
          <a:p>
            <a:endParaRPr lang="en-US" sz="1800" dirty="0"/>
          </a:p>
        </p:txBody>
      </p:sp>
      <p:sp>
        <p:nvSpPr>
          <p:cNvPr id="4" name="Content Placeholder 3">
            <a:extLst>
              <a:ext uri="{FF2B5EF4-FFF2-40B4-BE49-F238E27FC236}">
                <a16:creationId xmlns:a16="http://schemas.microsoft.com/office/drawing/2014/main" id="{8636B13F-E58E-1A81-8738-7EE7C620A289}"/>
              </a:ext>
            </a:extLst>
          </p:cNvPr>
          <p:cNvSpPr>
            <a:spLocks noGrp="1"/>
          </p:cNvSpPr>
          <p:nvPr>
            <p:ph sz="half" idx="2"/>
          </p:nvPr>
        </p:nvSpPr>
        <p:spPr/>
        <p:txBody>
          <a:bodyPr>
            <a:normAutofit/>
          </a:bodyPr>
          <a:lstStyle/>
          <a:p>
            <a:r>
              <a:rPr lang="en-US" sz="1800" dirty="0"/>
              <a:t>Mark comes out of his class with a white cane to feel around his surroundings, he needs to reach TFLO 131 from TFLO 239.</a:t>
            </a:r>
          </a:p>
          <a:p>
            <a:r>
              <a:rPr lang="en-US" sz="1800" dirty="0"/>
              <a:t>He arrives at a stairwell and is carrying heavy equipment to prepare for his upcoming class and can’t walk down with that load, he tries to find an elevator but without audio cues to navigate him, he makes 3 wrong turns at the corridor to reach the elevator call button.</a:t>
            </a:r>
          </a:p>
          <a:p>
            <a:r>
              <a:rPr lang="en-US" sz="1800" dirty="0"/>
              <a:t>He asks a nearby student to point him in the right direction between the two floors.</a:t>
            </a:r>
          </a:p>
          <a:p>
            <a:r>
              <a:rPr lang="en-US" sz="1800" dirty="0"/>
              <a:t>He arrives at his class 10 minutes late due to taking an inefficient path to reach the class.</a:t>
            </a:r>
          </a:p>
        </p:txBody>
      </p:sp>
      <p:sp>
        <p:nvSpPr>
          <p:cNvPr id="5" name="Text Placeholder 4">
            <a:extLst>
              <a:ext uri="{FF2B5EF4-FFF2-40B4-BE49-F238E27FC236}">
                <a16:creationId xmlns:a16="http://schemas.microsoft.com/office/drawing/2014/main" id="{F828B628-1050-BF38-F339-70EF6AEDBECC}"/>
              </a:ext>
            </a:extLst>
          </p:cNvPr>
          <p:cNvSpPr>
            <a:spLocks noGrp="1"/>
          </p:cNvSpPr>
          <p:nvPr>
            <p:ph type="body" sz="quarter" idx="3"/>
          </p:nvPr>
        </p:nvSpPr>
        <p:spPr/>
        <p:txBody>
          <a:bodyPr>
            <a:normAutofit/>
          </a:bodyPr>
          <a:lstStyle/>
          <a:p>
            <a:pPr algn="ctr"/>
            <a:r>
              <a:rPr lang="en-US" sz="1800" dirty="0"/>
              <a:t>TO-BE Scenario</a:t>
            </a:r>
          </a:p>
          <a:p>
            <a:pPr algn="ctr"/>
            <a:endParaRPr lang="en-US" sz="1800" dirty="0"/>
          </a:p>
        </p:txBody>
      </p:sp>
      <p:sp>
        <p:nvSpPr>
          <p:cNvPr id="6" name="Content Placeholder 5">
            <a:extLst>
              <a:ext uri="{FF2B5EF4-FFF2-40B4-BE49-F238E27FC236}">
                <a16:creationId xmlns:a16="http://schemas.microsoft.com/office/drawing/2014/main" id="{DFC35B34-EDAB-475F-7430-F1824D5E60A7}"/>
              </a:ext>
            </a:extLst>
          </p:cNvPr>
          <p:cNvSpPr>
            <a:spLocks noGrp="1"/>
          </p:cNvSpPr>
          <p:nvPr>
            <p:ph sz="quarter" idx="4"/>
          </p:nvPr>
        </p:nvSpPr>
        <p:spPr/>
        <p:txBody>
          <a:bodyPr>
            <a:normAutofit/>
          </a:bodyPr>
          <a:lstStyle/>
          <a:p>
            <a:r>
              <a:rPr lang="en-US" sz="1800" dirty="0"/>
              <a:t>Mark calls THEIA to take him to TFLO 131 stating “THEIA, lead me to TFLO 131 via elevator”</a:t>
            </a:r>
          </a:p>
          <a:p>
            <a:r>
              <a:rPr lang="en-US" sz="1800" dirty="0"/>
              <a:t>THEIA guides Mark with the fastest route, in this case fastest being considered the shortest accessible route with minimal turns and distance to reach the elevator</a:t>
            </a:r>
          </a:p>
          <a:p>
            <a:r>
              <a:rPr lang="en-US" sz="1800" dirty="0"/>
              <a:t>Audio cues is used to pinpoint Mark down to the elevator mentioning the distance before directing the next direction, and provides haptic pulses to arriving the elevator</a:t>
            </a:r>
          </a:p>
          <a:p>
            <a:r>
              <a:rPr lang="en-US" sz="1800" dirty="0"/>
              <a:t>When reached to floor 1 of TFLO, THEIA switches maps to current floor and continues to use audio cues to reach his class on time.</a:t>
            </a:r>
          </a:p>
        </p:txBody>
      </p:sp>
    </p:spTree>
    <p:extLst>
      <p:ext uri="{BB962C8B-B14F-4D97-AF65-F5344CB8AC3E}">
        <p14:creationId xmlns:p14="http://schemas.microsoft.com/office/powerpoint/2010/main" val="20048648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709613-F5ED-1452-1A1D-2609BF90A7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7C4DF9-074E-57F4-79A7-BBA3107239C1}"/>
              </a:ext>
            </a:extLst>
          </p:cNvPr>
          <p:cNvSpPr>
            <a:spLocks noGrp="1"/>
          </p:cNvSpPr>
          <p:nvPr>
            <p:ph type="title"/>
          </p:nvPr>
        </p:nvSpPr>
        <p:spPr/>
        <p:txBody>
          <a:bodyPr/>
          <a:lstStyle/>
          <a:p>
            <a:pPr algn="ctr"/>
            <a:r>
              <a:rPr lang="en-US" dirty="0"/>
              <a:t>Scenario 4</a:t>
            </a:r>
          </a:p>
        </p:txBody>
      </p:sp>
      <p:sp>
        <p:nvSpPr>
          <p:cNvPr id="3" name="Text Placeholder 2">
            <a:extLst>
              <a:ext uri="{FF2B5EF4-FFF2-40B4-BE49-F238E27FC236}">
                <a16:creationId xmlns:a16="http://schemas.microsoft.com/office/drawing/2014/main" id="{26C31B03-B127-61FE-1BF8-9055ED5E2236}"/>
              </a:ext>
            </a:extLst>
          </p:cNvPr>
          <p:cNvSpPr>
            <a:spLocks noGrp="1"/>
          </p:cNvSpPr>
          <p:nvPr>
            <p:ph type="body" idx="1"/>
          </p:nvPr>
        </p:nvSpPr>
        <p:spPr/>
        <p:txBody>
          <a:bodyPr>
            <a:normAutofit/>
          </a:bodyPr>
          <a:lstStyle/>
          <a:p>
            <a:pPr algn="ctr"/>
            <a:r>
              <a:rPr lang="en-US" sz="1800" dirty="0"/>
              <a:t>AS-IS Scenario</a:t>
            </a:r>
          </a:p>
          <a:p>
            <a:endParaRPr lang="en-US" sz="1800" dirty="0"/>
          </a:p>
        </p:txBody>
      </p:sp>
      <p:sp>
        <p:nvSpPr>
          <p:cNvPr id="4" name="Content Placeholder 3">
            <a:extLst>
              <a:ext uri="{FF2B5EF4-FFF2-40B4-BE49-F238E27FC236}">
                <a16:creationId xmlns:a16="http://schemas.microsoft.com/office/drawing/2014/main" id="{CADD4DE7-BC4E-0697-D6C8-3B93FAD982E7}"/>
              </a:ext>
            </a:extLst>
          </p:cNvPr>
          <p:cNvSpPr>
            <a:spLocks noGrp="1"/>
          </p:cNvSpPr>
          <p:nvPr>
            <p:ph sz="half" idx="2"/>
          </p:nvPr>
        </p:nvSpPr>
        <p:spPr/>
        <p:txBody>
          <a:bodyPr>
            <a:normAutofit lnSpcReduction="10000"/>
          </a:bodyPr>
          <a:lstStyle/>
          <a:p>
            <a:r>
              <a:rPr lang="en-US" sz="1800" dirty="0"/>
              <a:t>Elena wants to reach to the cafeteria using standard audio maps to guide her</a:t>
            </a:r>
          </a:p>
          <a:p>
            <a:r>
              <a:rPr lang="en-US" sz="1800" dirty="0"/>
              <a:t>The system of the standard audio map uses an interval of 3 seconds to produce an audio sound, but it becomes difficult to hear when there is constant background noise preventing in hearing the audio. </a:t>
            </a:r>
          </a:p>
          <a:p>
            <a:r>
              <a:rPr lang="en-US" sz="1800" dirty="0"/>
              <a:t>She wants to adjust the frequency of the interval along with being able to switch between the standard mode to high caution mode to avoid potential areas that can cause delays, but she isn’t able to due to the complexity of the application and only her caretaker is able to set it up beforehand on a different device.</a:t>
            </a:r>
          </a:p>
        </p:txBody>
      </p:sp>
      <p:sp>
        <p:nvSpPr>
          <p:cNvPr id="5" name="Text Placeholder 4">
            <a:extLst>
              <a:ext uri="{FF2B5EF4-FFF2-40B4-BE49-F238E27FC236}">
                <a16:creationId xmlns:a16="http://schemas.microsoft.com/office/drawing/2014/main" id="{D6005700-9AAA-4FB7-DD5D-E573DFA52E9D}"/>
              </a:ext>
            </a:extLst>
          </p:cNvPr>
          <p:cNvSpPr>
            <a:spLocks noGrp="1"/>
          </p:cNvSpPr>
          <p:nvPr>
            <p:ph type="body" sz="quarter" idx="3"/>
          </p:nvPr>
        </p:nvSpPr>
        <p:spPr/>
        <p:txBody>
          <a:bodyPr>
            <a:normAutofit/>
          </a:bodyPr>
          <a:lstStyle/>
          <a:p>
            <a:pPr algn="ctr"/>
            <a:r>
              <a:rPr lang="en-US" sz="1800" dirty="0"/>
              <a:t>TO-BE Scenario</a:t>
            </a:r>
          </a:p>
          <a:p>
            <a:pPr algn="ctr"/>
            <a:endParaRPr lang="en-US" sz="1800" dirty="0"/>
          </a:p>
        </p:txBody>
      </p:sp>
      <p:sp>
        <p:nvSpPr>
          <p:cNvPr id="6" name="Content Placeholder 5">
            <a:extLst>
              <a:ext uri="{FF2B5EF4-FFF2-40B4-BE49-F238E27FC236}">
                <a16:creationId xmlns:a16="http://schemas.microsoft.com/office/drawing/2014/main" id="{284DD384-5A8D-63C5-2FEF-589BBEC09155}"/>
              </a:ext>
            </a:extLst>
          </p:cNvPr>
          <p:cNvSpPr>
            <a:spLocks noGrp="1"/>
          </p:cNvSpPr>
          <p:nvPr>
            <p:ph sz="quarter" idx="4"/>
          </p:nvPr>
        </p:nvSpPr>
        <p:spPr/>
        <p:txBody>
          <a:bodyPr>
            <a:normAutofit lnSpcReduction="10000"/>
          </a:bodyPr>
          <a:lstStyle/>
          <a:p>
            <a:r>
              <a:rPr lang="en-US" sz="1800" dirty="0"/>
              <a:t>Elena asks THEIA, “I’m heading to lunch at the cafeteria”, and afterwards confirms location by tapping her phone screen twice</a:t>
            </a:r>
          </a:p>
          <a:p>
            <a:r>
              <a:rPr lang="en-US" sz="1800" dirty="0"/>
              <a:t>She then confirms comfortable mode via voice command in which increases audio frequency interval and routes a path that has less of a crowd in the hallways</a:t>
            </a:r>
          </a:p>
          <a:p>
            <a:r>
              <a:rPr lang="en-US" sz="1800" dirty="0"/>
              <a:t>THEIA balances the modes from the caretaker's primary role with setting master safety controls for Elena like emergency contacts for incidents, while Elena can customize user-level preferences on the fly with audio cue frequency, haptic feedback levels, and audio level.</a:t>
            </a:r>
          </a:p>
        </p:txBody>
      </p:sp>
    </p:spTree>
    <p:extLst>
      <p:ext uri="{BB962C8B-B14F-4D97-AF65-F5344CB8AC3E}">
        <p14:creationId xmlns:p14="http://schemas.microsoft.com/office/powerpoint/2010/main" val="364165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ounded Rectangle 24">
            <a:extLst>
              <a:ext uri="{FF2B5EF4-FFF2-40B4-BE49-F238E27FC236}">
                <a16:creationId xmlns:a16="http://schemas.microsoft.com/office/drawing/2014/main" id="{C78BCB4B-3E01-C2DF-E355-5735D1CFF239}"/>
              </a:ext>
            </a:extLst>
          </p:cNvPr>
          <p:cNvSpPr/>
          <p:nvPr/>
        </p:nvSpPr>
        <p:spPr>
          <a:xfrm>
            <a:off x="1150706" y="768096"/>
            <a:ext cx="9300886" cy="5138928"/>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During your presentation, identify what features is each pair of scenario about, which user group(s) are going to be benefiting from the features of the THEIA app. </a:t>
            </a:r>
          </a:p>
          <a:p>
            <a:pPr algn="ctr"/>
            <a:endParaRPr lang="en-US" dirty="0"/>
          </a:p>
          <a:p>
            <a:pPr algn="ctr"/>
            <a:r>
              <a:rPr lang="en-US" dirty="0"/>
              <a:t>Explain clearly, how the user would carry out a certain scenario (i.e. Navigation) without the THEIA app (AS-IS), and what the app could do to make it “better” for the user(s) (TO-BE). </a:t>
            </a:r>
          </a:p>
        </p:txBody>
      </p:sp>
    </p:spTree>
    <p:extLst>
      <p:ext uri="{BB962C8B-B14F-4D97-AF65-F5344CB8AC3E}">
        <p14:creationId xmlns:p14="http://schemas.microsoft.com/office/powerpoint/2010/main" val="21116418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1">
            <a:extLst>
              <a:ext uri="{FF2B5EF4-FFF2-40B4-BE49-F238E27FC236}">
                <a16:creationId xmlns:a16="http://schemas.microsoft.com/office/drawing/2014/main" id="{CA077796-0C99-4A05-86E9-E608F3560883}"/>
              </a:ext>
            </a:extLst>
          </p:cNvPr>
          <p:cNvSpPr/>
          <p:nvPr/>
        </p:nvSpPr>
        <p:spPr>
          <a:xfrm>
            <a:off x="1489753" y="768096"/>
            <a:ext cx="8928385" cy="5138928"/>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800" b="1" dirty="0">
                <a:solidFill>
                  <a:srgbClr val="002060"/>
                </a:solidFill>
                <a:highlight>
                  <a:srgbClr val="FFFF00"/>
                </a:highlight>
              </a:rPr>
              <a:t>Out of the 4 pairs of scenarios above, pick the top priority TO-BE scenario, and perform further analysis using the types of questions presented in Lesson 6.</a:t>
            </a:r>
          </a:p>
          <a:p>
            <a:pPr algn="ctr"/>
            <a:endParaRPr lang="en-US" b="1" dirty="0">
              <a:solidFill>
                <a:srgbClr val="002060"/>
              </a:solidFill>
              <a:highlight>
                <a:srgbClr val="FFFF00"/>
              </a:highlight>
            </a:endParaRPr>
          </a:p>
          <a:p>
            <a:pPr algn="ctr"/>
            <a:r>
              <a:rPr lang="en-US" sz="1800" b="1" dirty="0">
                <a:solidFill>
                  <a:srgbClr val="002060"/>
                </a:solidFill>
                <a:highlight>
                  <a:srgbClr val="FFFF00"/>
                </a:highlight>
              </a:rPr>
              <a:t>This </a:t>
            </a:r>
            <a:r>
              <a:rPr lang="en-US" b="1" dirty="0">
                <a:solidFill>
                  <a:srgbClr val="002060"/>
                </a:solidFill>
                <a:highlight>
                  <a:srgbClr val="FFFF00"/>
                </a:highlight>
              </a:rPr>
              <a:t>analysis is </a:t>
            </a:r>
            <a:r>
              <a:rPr lang="en-US" b="1">
                <a:solidFill>
                  <a:srgbClr val="002060"/>
                </a:solidFill>
                <a:highlight>
                  <a:srgbClr val="FFFF00"/>
                </a:highlight>
              </a:rPr>
              <a:t>mandatory and </a:t>
            </a:r>
            <a:r>
              <a:rPr lang="en-US" sz="1800" b="1">
                <a:solidFill>
                  <a:srgbClr val="002060"/>
                </a:solidFill>
                <a:highlight>
                  <a:srgbClr val="FFFF00"/>
                </a:highlight>
              </a:rPr>
              <a:t>should </a:t>
            </a:r>
            <a:r>
              <a:rPr lang="en-US" sz="1800" b="1" dirty="0">
                <a:solidFill>
                  <a:srgbClr val="002060"/>
                </a:solidFill>
                <a:highlight>
                  <a:srgbClr val="FFFF00"/>
                </a:highlight>
              </a:rPr>
              <a:t>be at least one slide.</a:t>
            </a:r>
          </a:p>
        </p:txBody>
      </p:sp>
    </p:spTree>
    <p:extLst>
      <p:ext uri="{BB962C8B-B14F-4D97-AF65-F5344CB8AC3E}">
        <p14:creationId xmlns:p14="http://schemas.microsoft.com/office/powerpoint/2010/main" val="3959132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657547" y="768096"/>
            <a:ext cx="10900880" cy="5138928"/>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Important update: </a:t>
            </a:r>
            <a:r>
              <a:rPr lang="en-US" u="sng" dirty="0"/>
              <a:t>starting Fall 2025</a:t>
            </a:r>
            <a:r>
              <a:rPr lang="en-US" dirty="0"/>
              <a:t>, presentation of “function points calculation and creep rate estimation” is no longer required in the team project presentation. This is moved to an individual homework assignment. </a:t>
            </a:r>
          </a:p>
          <a:p>
            <a:pPr algn="ctr"/>
            <a:endParaRPr lang="en-US" dirty="0"/>
          </a:p>
          <a:p>
            <a:pPr algn="ctr"/>
            <a:r>
              <a:rPr lang="en-US" dirty="0"/>
              <a:t>You may ignore instructions (recorded prior) that mentioned this section for the presentation.</a:t>
            </a:r>
          </a:p>
        </p:txBody>
      </p:sp>
    </p:spTree>
    <p:extLst>
      <p:ext uri="{BB962C8B-B14F-4D97-AF65-F5344CB8AC3E}">
        <p14:creationId xmlns:p14="http://schemas.microsoft.com/office/powerpoint/2010/main" val="47881844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296</TotalTime>
  <Words>862</Words>
  <Application>Microsoft Office PowerPoint</Application>
  <PresentationFormat>Widescreen</PresentationFormat>
  <Paragraphs>50</Paragraphs>
  <Slides>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Calibri</vt:lpstr>
      <vt:lpstr>Calibri Light</vt:lpstr>
      <vt:lpstr>Office Theme</vt:lpstr>
      <vt:lpstr>Phase I System Presentation</vt:lpstr>
      <vt:lpstr>Scenario 1</vt:lpstr>
      <vt:lpstr>Scenario 2</vt:lpstr>
      <vt:lpstr>Scenario 3</vt:lpstr>
      <vt:lpstr>Scenario 4</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Kirthy Kolluri</dc:creator>
  <cp:lastModifiedBy>Zuniga, James</cp:lastModifiedBy>
  <cp:revision>25</cp:revision>
  <dcterms:created xsi:type="dcterms:W3CDTF">2018-08-29T02:01:45Z</dcterms:created>
  <dcterms:modified xsi:type="dcterms:W3CDTF">2026-10-05T05:59:18Z</dcterms:modified>
</cp:coreProperties>
</file>